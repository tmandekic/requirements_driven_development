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notesMasterIdLst>
    <p:notesMasterId r:id="rId17"/>
  </p:notesMasterIdLst>
  <p:sldIdLst>
    <p:sldId id="256" r:id="rId2"/>
    <p:sldId id="271" r:id="rId3"/>
    <p:sldId id="257" r:id="rId4"/>
    <p:sldId id="260" r:id="rId5"/>
    <p:sldId id="259" r:id="rId6"/>
    <p:sldId id="25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230" autoAdjust="0"/>
  </p:normalViewPr>
  <p:slideViewPr>
    <p:cSldViewPr snapToGrid="0">
      <p:cViewPr varScale="1">
        <p:scale>
          <a:sx n="94" d="100"/>
          <a:sy n="94" d="100"/>
        </p:scale>
        <p:origin x="12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6C1B2-2C2F-4740-93C1-D4B9DB5D06F6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0B4B8-AA02-4F2E-8F28-A5FF9ECBA2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8433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RDD front-loads understanding before any code is written. The core insight: LLM-assisted development fails not because the LLM can't code, but because it codes the wrong thing.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0B4B8-AA02-4F2E-8F28-A5FF9ECBA2C4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3759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Think of it like hiring a contractor who starts building before the blueprints are done. The work is fast, but you end up tearing it out.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0B4B8-AA02-4F2E-8F28-A5FF9ECBA2C4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1252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Speaker notes: The key word is "constrain." Each document narrows what the next stage can do, so ambiguity doesn't flow downstream.</a:t>
            </a:r>
          </a:p>
          <a:p>
            <a:r>
              <a:rPr lang="en-US" dirty="0"/>
              <a:t>Requirements-Driven Development is a structured methodology for LLM-assisted software development that front-loads understanding before any code is written. The core principle: every implementation decision must trace back to a validated requirement, and every stage produces artifacts specific enough to constrain the next stage.</a:t>
            </a:r>
          </a:p>
          <a:p>
            <a:r>
              <a:rPr lang="en-US" dirty="0"/>
              <a:t>RDD is </a:t>
            </a:r>
            <a:r>
              <a:rPr lang="en-US" b="1" dirty="0"/>
              <a:t>not linear</a:t>
            </a:r>
            <a:r>
              <a:rPr lang="en-US" dirty="0"/>
              <a:t>. Each stage may surface contradictions, gaps, or new understanding that sends the process back upstream. This is expected and encouraged — it is cheaper to revise a document than to revise code.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0B4B8-AA02-4F2E-8F28-A5FF9ECBA2C4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6850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journey gets classified as P0/P1/P2 the moment it's identified.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0B4B8-AA02-4F2E-8F28-A5FF9ECBA2C4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2036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When you're describing a journey, that's the best moment to ask "is this essential or nice-to-have?" Deferring that question to a separate stage means you've already invested emotional energy in describing something before being asked whether it matters. Classify as you go.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0B4B8-AA02-4F2E-8F28-A5FF9ECBA2C4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9252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you catch things like "you want real-time updates but your host doesn't support </a:t>
            </a:r>
            <a:r>
              <a:rPr lang="en-US" dirty="0" err="1"/>
              <a:t>WebSockets</a:t>
            </a:r>
            <a:r>
              <a:rPr lang="en-US" dirty="0"/>
              <a:t>." Better to know now than at deployment.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0B4B8-AA02-4F2E-8F28-A5FF9ECBA2C4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5761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 recommends one, but you see the alternatives. It also tells you which future features (P1/P2) the chosen architecture makes easy or hard to add.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0B4B8-AA02-4F2E-8F28-A5FF9ECBA2C4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86848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this document is wrong, everything downstream is wrong. The Decision Log forces you to explicitly confirm choices like "email is the unique user identifier."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0B4B8-AA02-4F2E-8F28-A5FF9ECBA2C4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8305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Traceability Matrix is how you verify nothing was invented and nothing was lost. If an increment can't be traced back to a persona's need, question it.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0B4B8-AA02-4F2E-8F28-A5FF9ECBA2C4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4296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increments are small enough that failures are easy to diagnose. The user reviews at every checkpoint. Autonomy is bounded, not unlimited.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0B4B8-AA02-4F2E-8F28-A5FF9ECBA2C4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16520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prevents the "everything looked fine on paper but fell apart in code" problem. Looping back is cheap. Rebuilding is expensive.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0B4B8-AA02-4F2E-8F28-A5FF9ECBA2C4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53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discipline that keeps a two-week project from becoming a two-month project. The LLM is your scope enforcer, not just your builder.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0B4B8-AA02-4F2E-8F28-A5FF9ECBA2C4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44460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structured review prompt is what makes this work in practice. Instead of asking you to review a 20-page doc, it gives you a checklist of 10 specific things to confirm or deny.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0B4B8-AA02-4F2E-8F28-A5FF9ECBA2C4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08010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pitch is simple — you do more work up front, and the build goes faster and straighter as a result. The LLM is better at coding than it is at reading your mind, so give it a spec worth coding from.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0B4B8-AA02-4F2E-8F28-A5FF9ECBA2C4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3276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3551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882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529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7667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6911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0164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4293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299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12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3006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4350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13659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3310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4057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2128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99809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2930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0E2A164-41EE-4D42-AC69-C9CA15E0EAF3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396BF7E-6A20-4C34-BDCA-726B052268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0257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182C-A39B-77E1-02A7-72B0883E06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sz="5400" b="1" dirty="0">
                <a:effectLst/>
              </a:rPr>
              <a:t>Requirements-Driven Development </a:t>
            </a:r>
            <a:br>
              <a:rPr lang="en-CA" sz="5400" b="1" dirty="0">
                <a:effectLst/>
              </a:rPr>
            </a:br>
            <a:r>
              <a:rPr lang="en-CA" sz="5400" b="1" dirty="0">
                <a:effectLst/>
              </a:rPr>
              <a:t>(RDD)</a:t>
            </a:r>
            <a:br>
              <a:rPr lang="en-CA" sz="5400" dirty="0">
                <a:effectLst/>
              </a:rPr>
            </a:br>
            <a:endParaRPr lang="en-CA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C1F06C-24C6-0684-0359-C9B07E4155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structured methodology for LLM-assisted software development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306928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DCABB-3656-C91F-CDD3-4139680BB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100" y="1290320"/>
            <a:ext cx="10233800" cy="408813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i="1" dirty="0"/>
              <a:t>The LLM is better at coding than it is at reading your mind, so give it a spec worth coding from. </a:t>
            </a:r>
          </a:p>
          <a:p>
            <a:pPr marL="0" indent="0">
              <a:lnSpc>
                <a:spcPct val="150000"/>
              </a:lnSpc>
              <a:buNone/>
            </a:pPr>
            <a:endParaRPr lang="en-US" i="1" dirty="0"/>
          </a:p>
          <a:p>
            <a:pPr marL="0" indent="0">
              <a:lnSpc>
                <a:spcPct val="150000"/>
              </a:lnSpc>
              <a:buNone/>
            </a:pPr>
            <a:endParaRPr lang="en-US" i="1" dirty="0"/>
          </a:p>
          <a:p>
            <a:pPr marL="0" indent="0">
              <a:lnSpc>
                <a:spcPct val="150000"/>
              </a:lnSpc>
              <a:buNone/>
            </a:pPr>
            <a:r>
              <a:rPr lang="en-US" i="1" dirty="0"/>
              <a:t>The value </a:t>
            </a:r>
            <a:r>
              <a:rPr lang="en-US" i="1"/>
              <a:t>of RDD </a:t>
            </a:r>
            <a:r>
              <a:rPr lang="en-US" i="1" dirty="0"/>
              <a:t>process lives or dies in the quality of the intermediate documents and the seriousness of the review gates.</a:t>
            </a:r>
          </a:p>
          <a:p>
            <a:pPr marL="0" indent="0">
              <a:lnSpc>
                <a:spcPct val="150000"/>
              </a:lnSpc>
              <a:buNone/>
            </a:pP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3453827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CDB0-827F-0FC0-406C-AC1BDE5D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Problem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D400C7-87DA-F470-F5AB-AB726A86E7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95995"/>
            <a:ext cx="8651240" cy="28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LLMs are eager to build — they'll start coding from a vague description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Ambiguity compounds: a small misunderstanding in requirements becomes a large structural problem in code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mechanism to verify the LLM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understood your intent before it starts </a:t>
            </a:r>
          </a:p>
        </p:txBody>
      </p:sp>
    </p:spTree>
    <p:extLst>
      <p:ext uri="{BB962C8B-B14F-4D97-AF65-F5344CB8AC3E}">
        <p14:creationId xmlns:p14="http://schemas.microsoft.com/office/powerpoint/2010/main" val="422592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8662D-7D8C-B10A-53DC-F440D22D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8E525-3011-83D2-1ECC-0B0A2BB47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Core Idea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C4B69-F653-B12B-CB57-702E9ADAA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Understand first. Build second.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Every stage produces a document specific enough to constrain the next stage. No code is written until requirements are validated, architecture is chosen with tradeoffs understood, and every interaction is specified.</a:t>
            </a:r>
          </a:p>
        </p:txBody>
      </p:sp>
    </p:spTree>
    <p:extLst>
      <p:ext uri="{BB962C8B-B14F-4D97-AF65-F5344CB8AC3E}">
        <p14:creationId xmlns:p14="http://schemas.microsoft.com/office/powerpoint/2010/main" val="3526881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2CE9C-2929-69A7-2D47-78F162919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BD4A1-D44C-024B-1BD2-4D3F1AC16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Six Stages (Overview)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A26D0D-C01B-A91D-FA4C-D470EDDF92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8080" y="1431509"/>
            <a:ext cx="9459641" cy="3717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Discovery &amp; Scope → Who, why, and what matters most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 &amp; Constraints → Where and under what rules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 Proposal → How it's structured (with options)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Actor-System Interactions → Exactly what happens at every step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Plan → The build roadmap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Incremental TDD Execution → Build, test, checkpoint, repeat </a:t>
            </a:r>
          </a:p>
        </p:txBody>
      </p:sp>
    </p:spTree>
    <p:extLst>
      <p:ext uri="{BB962C8B-B14F-4D97-AF65-F5344CB8AC3E}">
        <p14:creationId xmlns:p14="http://schemas.microsoft.com/office/powerpoint/2010/main" val="1317931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BFF87-A961-8DB9-2121-78C6725C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Stage 1: Discovery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C0E88-FEEE-4001-8B77-EE9382F03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The LLM interviews you to extract: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System purpose and intent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Personas — who uses this, what are their goals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User journeys — happy paths and failure scenarios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Priority classification as each journey emerges</a:t>
            </a:r>
            <a:r>
              <a:rPr lang="en-US" dirty="0"/>
              <a:t> (P0 / P1 / P2)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Minimum viable scope and complexity budget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Key discipline:</a:t>
            </a:r>
            <a:r>
              <a:rPr lang="en-US" dirty="0"/>
              <a:t> The LLM pushes back, challenges assumptions, and classifies scope </a:t>
            </a:r>
            <a:r>
              <a:rPr lang="en-US" i="1" dirty="0"/>
              <a:t>during</a:t>
            </a:r>
            <a:r>
              <a:rPr lang="en-US" dirty="0"/>
              <a:t> the interview — not after.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Output:</a:t>
            </a:r>
            <a:r>
              <a:rPr lang="en-US" dirty="0"/>
              <a:t> Discovery &amp; Scope Document + Assumptions Register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526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854AF-7299-A591-D942-66C2F78E5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34264-B859-546C-F24D-B5162C1AA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Stage 2: Environment &amp;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9A8EE-252B-837C-D95D-FACACFF25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Three paths to gather technical context: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Existing documentation (CLAUDE.md, SKILL.md, existing specs)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Structured interview (stack, deployment, CI/CD, security)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Reference project analysis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The LLM surfaces conflicts</a:t>
            </a:r>
            <a:r>
              <a:rPr lang="en-US" dirty="0"/>
              <a:t> between your technical constraints and your scoped requirements before they become implementation surprises.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5003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1B389-02EE-CE43-DA93-E2349743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4DE4-36C9-2222-AC94-2068C1DC5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Stage 3: Architecture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2B8D1-DD32-34B0-BE76-BADA017A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The LLM proposes 2–3 options, not just one.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Each option includes: tradeoffs, risk profile, and how it maps to your P0 journeys.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Why options matter:</a:t>
            </a:r>
            <a:r>
              <a:rPr lang="en-US" dirty="0"/>
              <a:t> Architecture is the hardest decision to reverse. You should choose it, not delegate it.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49327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1FA29-F284-534C-C6E1-69840D1C2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AD2C2-60A3-E843-83D0-F62C88650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Stage 4: Actor-System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79AC9-8A1B-9CE7-C5BE-9240339B3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The contract between requirements and code.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For every step of every journey: trigger, preconditions, exact inputs, system behavior, exact outputs, postconditions, and every error path.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This is the most important review gate.</a:t>
            </a:r>
            <a:r>
              <a:rPr lang="en-US" dirty="0"/>
              <a:t> Tests and implementation are generated directly from this document.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68787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60884-A54C-B4E4-8994-81F0555AF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37A95-8112-1CC8-F57C-506EFDFDB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Stage 5: Implementation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6DE36-2660-6B8D-F3B3-7379F3C1D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CA" b="1" dirty="0"/>
              <a:t>.md files the LLM produces:</a:t>
            </a:r>
            <a:endParaRPr lang="en-CA" dirty="0"/>
          </a:p>
          <a:p>
            <a:pPr lvl="1">
              <a:lnSpc>
                <a:spcPct val="160000"/>
              </a:lnSpc>
            </a:pPr>
            <a:r>
              <a:rPr lang="en-CA" dirty="0"/>
              <a:t>Technical foundation (pinned versions, structure)</a:t>
            </a:r>
          </a:p>
          <a:p>
            <a:pPr lvl="1">
              <a:lnSpc>
                <a:spcPct val="160000"/>
              </a:lnSpc>
            </a:pPr>
            <a:r>
              <a:rPr lang="en-CA" dirty="0"/>
              <a:t>Architecture spec (models, APIs, contracts)</a:t>
            </a:r>
          </a:p>
          <a:p>
            <a:pPr lvl="1">
              <a:lnSpc>
                <a:spcPct val="160000"/>
              </a:lnSpc>
            </a:pPr>
            <a:r>
              <a:rPr lang="en-CA" dirty="0"/>
              <a:t>Constraints &amp; reference (glossary, dependency graph)</a:t>
            </a:r>
          </a:p>
          <a:p>
            <a:pPr lvl="1">
              <a:lnSpc>
                <a:spcPct val="160000"/>
              </a:lnSpc>
            </a:pPr>
            <a:r>
              <a:rPr lang="en-CA" dirty="0"/>
              <a:t>Test infrastructure (frameworks, coverage, CI)</a:t>
            </a:r>
          </a:p>
          <a:p>
            <a:pPr lvl="1">
              <a:lnSpc>
                <a:spcPct val="160000"/>
              </a:lnSpc>
            </a:pPr>
            <a:r>
              <a:rPr lang="en-CA" dirty="0"/>
              <a:t>Implementation sequence (ordered increments with checkpoints)</a:t>
            </a:r>
          </a:p>
          <a:p>
            <a:pPr lvl="1">
              <a:lnSpc>
                <a:spcPct val="160000"/>
              </a:lnSpc>
            </a:pPr>
            <a:r>
              <a:rPr lang="en-CA" dirty="0"/>
              <a:t>Deployment plan (steps, rollback, smoke tests)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CA" b="1" dirty="0"/>
              <a:t>Includes a Traceability Matrix:</a:t>
            </a:r>
            <a:r>
              <a:rPr lang="en-CA" dirty="0"/>
              <a:t> every increment → interaction → journey → persona.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60874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68BFA-2E1E-480B-C2F8-C420D14D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B4CDF-F12D-7EAB-78BA-625217093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6: Incremental TDD Execution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97284-1728-D677-A6BC-7548620C8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Not "go build everything autonomously."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For each increment: write failing tests → implement minimum to pass → run full suite → checkpoint with user.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If the LLM hits an ambiguity, it stops and asks.</a:t>
            </a:r>
            <a:r>
              <a:rPr lang="en-US" dirty="0"/>
              <a:t> It does not guess.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03986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66E43-AD68-C180-4ECE-AFD56E93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9B8B2-B9EE-016A-F867-E66ED13F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Feedback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45991-2AFC-A541-AEB2-263A9AFFE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RDD is not linear. Every stage can loop back.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Examples: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Writing the interaction spec reveals a journey was never properly defined → back to Discovery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Implementation hits an architectural wall → back to Architecture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User requests a new feature mid-build → back to Scope (classify it, don't absorb it)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Rule:</a:t>
            </a:r>
            <a:r>
              <a:rPr lang="en-US" dirty="0"/>
              <a:t> Name the stage and reason, make the minimum change, propagate forward, validate with user.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11390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4D6E1-9BD9-6D24-9C98-EC2F6799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C50F-8EA8-0517-7E67-E8BDD73C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Scope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38924-4837-475D-1504-E973CAF79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Scope is managed continuously, not just in Stage 2.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Every new idea is classified P0/P1/P2 before action</a:t>
            </a:r>
          </a:p>
          <a:p>
            <a:pPr>
              <a:lnSpc>
                <a:spcPct val="150000"/>
              </a:lnSpc>
            </a:pPr>
            <a:r>
              <a:rPr lang="en-US" dirty="0"/>
              <a:t>The LLM is expected to say "this is scope creep"</a:t>
            </a:r>
          </a:p>
          <a:p>
            <a:pPr>
              <a:lnSpc>
                <a:spcPct val="150000"/>
              </a:lnSpc>
            </a:pPr>
            <a:r>
              <a:rPr lang="en-US" dirty="0"/>
              <a:t>Complexity budget is checked at every checkpoint</a:t>
            </a:r>
          </a:p>
          <a:p>
            <a:pPr>
              <a:lnSpc>
                <a:spcPct val="150000"/>
              </a:lnSpc>
            </a:pPr>
            <a:r>
              <a:rPr lang="en-US" dirty="0"/>
              <a:t>If P0 items grow by more than ~20%, trigger a re-planning cycle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26149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AAC56-53DB-8CDC-052F-A3E1EABF7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C3A00-EE2B-15EC-4962-0FFBD2FFE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Review Gates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69BAD-1DFD-97E9-4FFA-873C3128C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Every stage transition has the same protocol:</a:t>
            </a:r>
            <a:endParaRPr lang="en-US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LLM presents the deliverable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LLM generates a structured review prompt (specific questions, not "does this look right?")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User responds to each item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Unresolved items block progress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Validated deliverable becomes the tracked baseline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56803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4BFCF-0B4A-5AAE-8A28-7FA75BD65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D8C4-5BAF-D357-47DD-C5D371502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This Gets You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2F3E20-43B5-7A57-2906-BDB88CB8B1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32079"/>
            <a:ext cx="8047396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Requirements that are validated before code exists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 chosen with tradeoffs understood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spec detailed enough to generate tests from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Incremental, checkpointed execution with full traceability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 discipline built into the process, not bolted on </a:t>
            </a:r>
          </a:p>
        </p:txBody>
      </p:sp>
    </p:spTree>
    <p:extLst>
      <p:ext uri="{BB962C8B-B14F-4D97-AF65-F5344CB8AC3E}">
        <p14:creationId xmlns:p14="http://schemas.microsoft.com/office/powerpoint/2010/main" val="1829641166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71</TotalTime>
  <Words>1352</Words>
  <Application>Microsoft Office PowerPoint</Application>
  <PresentationFormat>Widescreen</PresentationFormat>
  <Paragraphs>115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Corbel</vt:lpstr>
      <vt:lpstr>Depth</vt:lpstr>
      <vt:lpstr>Requirements-Driven Development  (RDD) </vt:lpstr>
      <vt:lpstr>PowerPoint Presentation</vt:lpstr>
      <vt:lpstr>The Problem</vt:lpstr>
      <vt:lpstr>The Core Idea</vt:lpstr>
      <vt:lpstr>The Six Stages (Overview)</vt:lpstr>
      <vt:lpstr>Stage 1: Discovery &amp; Scope</vt:lpstr>
      <vt:lpstr>Stage 2: Environment &amp; Constraints</vt:lpstr>
      <vt:lpstr>Stage 3: Architecture Proposal</vt:lpstr>
      <vt:lpstr>Stage 4: Actor-System Interactions</vt:lpstr>
      <vt:lpstr>Stage 5: Implementation Plan</vt:lpstr>
      <vt:lpstr>Stage 6: Incremental TDD Execution</vt:lpstr>
      <vt:lpstr>Feedback Loops</vt:lpstr>
      <vt:lpstr>Scope Management</vt:lpstr>
      <vt:lpstr>Review Gates</vt:lpstr>
      <vt:lpstr>What This Gets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Kristina Mandekic</dc:creator>
  <cp:lastModifiedBy>Kristina Mandekic</cp:lastModifiedBy>
  <cp:revision>5</cp:revision>
  <dcterms:created xsi:type="dcterms:W3CDTF">2026-03-05T00:11:15Z</dcterms:created>
  <dcterms:modified xsi:type="dcterms:W3CDTF">2026-03-05T01:22:52Z</dcterms:modified>
</cp:coreProperties>
</file>